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Aptos"/>
              </a:defRPr>
            </a:pPr>
            <a:r>
              <a:t>AI Interview &amp; Skill Score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AI Interview &amp; Skill Score App |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5836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Aptos"/>
              </a:defRPr>
            </a:pPr>
            <a:r>
              <a:t>Interview → Evaluate → Score → Shortlist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6126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334155"/>
                </a:solidFill>
                <a:latin typeface="Aptos"/>
              </a:defRPr>
            </a:pPr>
            <a:r>
              <a:t>A simple platform to check a candidate's real skills before the final hiring round.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4297680"/>
            <a:ext cx="128016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40740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CANDIDATE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4297680"/>
            <a:ext cx="128016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19" y="440740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4297680"/>
            <a:ext cx="128016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440740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SCORE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95360" y="4800600"/>
            <a:ext cx="2286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149840" y="4800600"/>
            <a:ext cx="2286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Aptos"/>
              </a:defRPr>
            </a:pPr>
            <a:r>
              <a:t>Why Do We Need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AI Interview &amp; Skill Score App |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743200" cy="21031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RESUME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31720"/>
            <a:ext cx="2523744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May not show actual skill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828800"/>
            <a:ext cx="2743200" cy="21031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93852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8" y="2331720"/>
            <a:ext cx="2523744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Repeated first-round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828800"/>
            <a:ext cx="2743200" cy="21031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93852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7" y="2331720"/>
            <a:ext cx="2523744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Scoring can be inconsistent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74720" y="288036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66560" y="288036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28800" y="475488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563EB"/>
                </a:solidFill>
                <a:latin typeface="Aptos"/>
              </a:defRPr>
            </a:pPr>
            <a:r>
              <a:t>Our app standardizes the first skill check.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Aptos"/>
              </a:defRPr>
            </a:pPr>
            <a:r>
              <a:t>Who Uses the App?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AI Interview &amp; Skill Score App |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017520" cy="21945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2834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RECRUITER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48840"/>
            <a:ext cx="2798063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Create jobs</a:t>
            </a:r>
            <a:br/>
            <a:r>
              <a:t>Invite candidates</a:t>
            </a:r>
            <a:br/>
            <a:r>
              <a:t>Review scores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3017520" cy="21945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55648"/>
            <a:ext cx="2834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CANDIDATE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148840"/>
            <a:ext cx="2798063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Open link</a:t>
            </a:r>
            <a:br/>
            <a:r>
              <a:t>Complete interview</a:t>
            </a:r>
            <a:br/>
            <a:r>
              <a:t>Submit assessment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45920"/>
            <a:ext cx="3017520" cy="21945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755648"/>
            <a:ext cx="2834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7" y="2148840"/>
            <a:ext cx="2798063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Set requirements</a:t>
            </a:r>
            <a:br/>
            <a:r>
              <a:t>View candidates</a:t>
            </a:r>
            <a:br/>
            <a:r>
              <a:t>Make final decision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0" y="2743200"/>
            <a:ext cx="6858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89520" y="2743200"/>
            <a:ext cx="6858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Aptos"/>
              </a:defRPr>
            </a:pPr>
            <a:r>
              <a:t>Complete App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AI Interview &amp; Skill Score App |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1828800" cy="14630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1</a:t>
            </a:r>
            <a:br/>
            <a:r>
              <a:t>Create Job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103120"/>
            <a:ext cx="1828800" cy="14630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221284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2</a:t>
            </a:r>
            <a:br/>
            <a:r>
              <a:t>Invite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103120"/>
            <a:ext cx="1828800" cy="14630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221284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3</a:t>
            </a:r>
            <a:br/>
            <a:r>
              <a:t>Interview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103120"/>
            <a:ext cx="1828800" cy="14630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21284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4</a:t>
            </a:r>
            <a:br/>
            <a:r>
              <a:t>Skill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2103120"/>
            <a:ext cx="1828800" cy="14630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221284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5</a:t>
            </a:r>
            <a:br/>
            <a:r>
              <a:t>Shortlist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2834640"/>
            <a:ext cx="4114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2834640"/>
            <a:ext cx="4114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2834640"/>
            <a:ext cx="4114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4000" y="2834640"/>
            <a:ext cx="4114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63040" y="45720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Aptos"/>
              </a:defRPr>
            </a:pPr>
            <a:r>
              <a:t>One simple journey from job requirement to hiring 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Aptos"/>
              </a:defRPr>
            </a:pPr>
            <a:r>
              <a:t>Step 1 — Create a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AI Interview &amp; Skill Score App |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60320" cy="34747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664207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57400"/>
            <a:ext cx="2340863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Title</a:t>
            </a:r>
            <a:br/>
            <a:r>
              <a:t>Experience</a:t>
            </a:r>
            <a:br/>
            <a:r>
              <a:t>Location</a:t>
            </a:r>
            <a:br/>
            <a:r>
              <a:t>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554480"/>
            <a:ext cx="2560320" cy="34747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64207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057400"/>
            <a:ext cx="2340863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Technical skills</a:t>
            </a:r>
            <a:br/>
            <a:r>
              <a:t>Soft skills</a:t>
            </a:r>
            <a:br/>
            <a:r>
              <a:t>Problem solving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554480"/>
            <a:ext cx="2560320" cy="34747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664207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057400"/>
            <a:ext cx="2340863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Questions</a:t>
            </a:r>
            <a:br/>
            <a:r>
              <a:t>Difficulty</a:t>
            </a:r>
            <a:br/>
            <a:r>
              <a:t>Time</a:t>
            </a:r>
            <a:br/>
            <a:r>
              <a:t>Weightage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286000"/>
            <a:ext cx="201168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23957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8048" y="2788920"/>
            <a:ext cx="1792224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Assessment link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46120" y="3291840"/>
            <a:ext cx="274319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3291840"/>
            <a:ext cx="2743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98280" y="3291840"/>
            <a:ext cx="2743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Aptos"/>
              </a:defRPr>
            </a:pPr>
            <a:r>
              <a:t>Step 2 — Candidate Gets the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AI Interview &amp; Skill Score App |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743200" cy="22860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RECRUITER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31720"/>
            <a:ext cx="2523744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Invite candidate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828800"/>
            <a:ext cx="2743200" cy="22860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93852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CANDIDATE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2331720"/>
            <a:ext cx="2523744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Open secure link</a:t>
            </a:r>
            <a:br/>
            <a:r>
              <a:t>Read instructions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828800"/>
            <a:ext cx="2743200" cy="22860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93852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2331720"/>
            <a:ext cx="2523744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Profile</a:t>
            </a:r>
            <a:br/>
            <a:r>
              <a:t>Device check</a:t>
            </a:r>
            <a:br/>
            <a:r>
              <a:t>Start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66160" y="2971800"/>
            <a:ext cx="10515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43800" y="2971800"/>
            <a:ext cx="10515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Aptos"/>
              </a:defRPr>
            </a:pPr>
            <a:r>
              <a:t>Step 3 — Interview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AI Interview &amp; Skill Score App |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926080" cy="35661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664207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57400"/>
            <a:ext cx="2706624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Role-specific questions</a:t>
            </a:r>
            <a:br/>
            <a:r>
              <a:t>One at a time</a:t>
            </a:r>
            <a:br/>
            <a:r>
              <a:t>Timer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554480"/>
            <a:ext cx="2926080" cy="35661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79" y="1664207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2057400"/>
            <a:ext cx="2706624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Text</a:t>
            </a:r>
            <a:br/>
            <a:r>
              <a:t>Audio / Video</a:t>
            </a:r>
            <a:br/>
            <a:r>
              <a:t>Coding / Task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554480"/>
            <a:ext cx="2926080" cy="35661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664207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7" y="2057400"/>
            <a:ext cx="2706624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Next</a:t>
            </a:r>
            <a:br/>
            <a:r>
              <a:t>Save</a:t>
            </a:r>
            <a:br/>
            <a:r>
              <a:t>Complete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337560"/>
            <a:ext cx="2743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95160" y="3337560"/>
            <a:ext cx="2743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Aptos"/>
              </a:defRPr>
            </a:pPr>
            <a:r>
              <a:t>Step 4 — Skill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AI Interview &amp; Skill Score App |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19456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664207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57400"/>
            <a:ext cx="197510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40%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554480"/>
            <a:ext cx="219456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664207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PRACTICAL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2057400"/>
            <a:ext cx="197510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554480"/>
            <a:ext cx="219456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79" y="1664207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PROBLEM SOLVING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7568" y="2057400"/>
            <a:ext cx="197510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219456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664207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057400"/>
            <a:ext cx="197510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657600"/>
            <a:ext cx="292608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76732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OVERALL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4160520"/>
            <a:ext cx="270662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0–100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37360" y="2971800"/>
            <a:ext cx="3566160" cy="685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206240" y="2971800"/>
            <a:ext cx="1463040" cy="685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217920" y="2971800"/>
            <a:ext cx="457200" cy="685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675120" y="2971800"/>
            <a:ext cx="2468880" cy="685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46720" y="38404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6A34A"/>
                </a:solidFill>
                <a:latin typeface="Aptos"/>
              </a:defRPr>
            </a:pPr>
            <a:r>
              <a:t>Example: 78 / 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Aptos"/>
              </a:defRPr>
            </a:pPr>
            <a:r>
              <a:t>Step 5 — Candidate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AI Interview &amp; Skill Score App |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834640" cy="39319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CANDIDATE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2615184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Rahul</a:t>
            </a:r>
            <a:br/>
            <a:r>
              <a:t>Java Developer</a:t>
            </a:r>
            <a:br/>
            <a:r>
              <a:t>4 Years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463040"/>
            <a:ext cx="2834640" cy="39319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79" y="157276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1965960"/>
            <a:ext cx="2615184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Java 85</a:t>
            </a:r>
            <a:br/>
            <a:r>
              <a:t>Spring 80</a:t>
            </a:r>
            <a:br/>
            <a:r>
              <a:t>SQL 72</a:t>
            </a:r>
            <a:br/>
            <a:r>
              <a:t>Problem Solving 76</a:t>
            </a:r>
            <a:br/>
            <a:r>
              <a:t>Communication 74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463040"/>
            <a:ext cx="3657600" cy="39319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57276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1965960"/>
            <a:ext cx="3438144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Overall: 78 / 100</a:t>
            </a:r>
            <a:br/>
            <a:br/>
            <a:r>
              <a:t>Strengths: Java, practical skills</a:t>
            </a:r>
            <a:br/>
            <a:br/>
            <a:r>
              <a:t>Recommendation:</a:t>
            </a:r>
            <a:br/>
            <a:r>
              <a:t>Proceed to next round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Aptos"/>
              </a:defRPr>
            </a:pPr>
            <a:r>
              <a:t>Recruiter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AI Interview &amp; Skill Score App |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3774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57276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CANDIDATES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65960"/>
            <a:ext cx="215798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125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463040"/>
            <a:ext cx="23774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57276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965960"/>
            <a:ext cx="215798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98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463040"/>
            <a:ext cx="23774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57276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TOP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328" y="1965960"/>
            <a:ext cx="215798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92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1463040"/>
            <a:ext cx="23774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57276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AVG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1965960"/>
            <a:ext cx="2157984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74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3657600"/>
            <a:ext cx="2743200" cy="12801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76732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160520"/>
            <a:ext cx="2523744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Score / Skill / Exp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657600"/>
            <a:ext cx="2743200" cy="12801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376732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4160520"/>
            <a:ext cx="2523744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Candidate A vs 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657600"/>
            <a:ext cx="2743200" cy="12801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76732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4160520"/>
            <a:ext cx="2523744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View / Download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Aptos"/>
              </a:defRPr>
            </a:pPr>
            <a:r>
              <a:t>Free First → Subscription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AI Interview &amp; Skill Score App |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00400" cy="35661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7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57400"/>
            <a:ext cx="2980944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Limited assessments</a:t>
            </a:r>
            <a:br/>
            <a:r>
              <a:t>Basic score</a:t>
            </a:r>
            <a:br/>
            <a:r>
              <a:t>Basic report</a:t>
            </a:r>
            <a:br/>
            <a:br/>
            <a:r>
              <a:t>Let users experience value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60520" y="3337560"/>
            <a:ext cx="12801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577840" y="1554480"/>
            <a:ext cx="2743200" cy="35661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79" y="1664207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87568" y="2057400"/>
            <a:ext cx="2523744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More assessments</a:t>
            </a:r>
            <a:br/>
            <a:r>
              <a:t>Detailed reports</a:t>
            </a:r>
            <a:br/>
            <a:r>
              <a:t>Analytics</a:t>
            </a:r>
            <a:br/>
            <a:r>
              <a:t>Team access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49640" y="3337560"/>
            <a:ext cx="5943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281160" y="2011680"/>
            <a:ext cx="2103120" cy="26517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2121408"/>
            <a:ext cx="1920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0888" y="2514600"/>
            <a:ext cx="1883663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API</a:t>
            </a:r>
            <a:br/>
            <a:r>
              <a:t>Integrations</a:t>
            </a:r>
            <a:br/>
            <a:r>
              <a:t>High 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48640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Aptos"/>
              </a:defRPr>
            </a:pPr>
            <a:r>
              <a:t>Free users become paid customers when they need more.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Aptos"/>
              </a:defRPr>
            </a:pPr>
            <a:r>
              <a:t>MVP — What We Build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AI Interview &amp; Skill Score App |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10312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572768"/>
            <a:ext cx="1920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Recruiter 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463040"/>
            <a:ext cx="210312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572768"/>
            <a:ext cx="1920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Create Job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463040"/>
            <a:ext cx="210312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572768"/>
            <a:ext cx="1920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Skill 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463040"/>
            <a:ext cx="210312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1572768"/>
            <a:ext cx="1920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Candidate Link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3657600"/>
            <a:ext cx="210312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3767328"/>
            <a:ext cx="1920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Interview Screen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657600"/>
            <a:ext cx="210312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767328"/>
            <a:ext cx="1920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Skill 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657600"/>
            <a:ext cx="210312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3767328"/>
            <a:ext cx="1920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3657600"/>
            <a:ext cx="210312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3767328"/>
            <a:ext cx="1920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Basic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48640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Aptos"/>
              </a:defRPr>
            </a:pPr>
            <a:r>
              <a:t>Keep Version 1 simple and test it with real recruiters.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Aptos"/>
              </a:defRPr>
            </a:pPr>
            <a:r>
              <a:t>What Comes After MVP?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AI Interview &amp; Skill Score App |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828800" cy="27432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9385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AI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1609344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Role-specific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828800"/>
            <a:ext cx="1828800" cy="27432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19385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ADAPTIVE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4488" y="2331720"/>
            <a:ext cx="1609344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Difficulty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828800"/>
            <a:ext cx="1828800" cy="27432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79" y="19385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PRACTICAL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2331720"/>
            <a:ext cx="1609344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Coding / 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1828800"/>
            <a:ext cx="1828800" cy="27432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95560" y="19385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INTEGRATIONS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13848" y="2331720"/>
            <a:ext cx="1609344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ATS /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21208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Aptos"/>
              </a:defRPr>
            </a:pPr>
            <a:r>
              <a:t>Advanced features come after the core product is proven.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Aptos"/>
              </a:defRPr>
            </a:pPr>
            <a:r>
              <a:t>Team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AI Interview &amp; Skill Score App |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828800" cy="292608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385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1609344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Requirements +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828800"/>
            <a:ext cx="1828800" cy="292608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9385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UI/UX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2331720"/>
            <a:ext cx="1609344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Screens + experience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828800"/>
            <a:ext cx="1828800" cy="292608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9385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2331720"/>
            <a:ext cx="1609344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Frontend + backend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828800"/>
            <a:ext cx="1828800" cy="292608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9385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7" y="2331720"/>
            <a:ext cx="1609344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Questions + evaluation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1828800"/>
            <a:ext cx="1828800" cy="292608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19385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85248" y="2331720"/>
            <a:ext cx="1609344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Testing + bugs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03520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F172A"/>
                </a:solidFill>
                <a:latin typeface="Aptos"/>
              </a:defRPr>
            </a:pPr>
            <a:r>
              <a:t>Everyone works toward one simple, reliable assessment experience.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Aptos"/>
              </a:defRPr>
            </a:pPr>
            <a:r>
              <a:t>The Whole Product in One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AI Interview &amp; Skill Score App |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1828800" cy="14630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0428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RECRUITER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160934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Create job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194560"/>
            <a:ext cx="1828800" cy="14630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30428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CANDIDATE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2697480"/>
            <a:ext cx="160934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Take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194560"/>
            <a:ext cx="1828800" cy="14630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30428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2697480"/>
            <a:ext cx="160934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194560"/>
            <a:ext cx="1828800" cy="14630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30428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7" y="2697480"/>
            <a:ext cx="160934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0–100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194560"/>
            <a:ext cx="1828800" cy="14630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30428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RECRUITER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0928" y="2697480"/>
            <a:ext cx="160934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Shortlist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2926080"/>
            <a:ext cx="4114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2926080"/>
            <a:ext cx="4114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2926080"/>
            <a:ext cx="4114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44000" y="2926080"/>
            <a:ext cx="4114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28800" y="475488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Aptos"/>
              </a:defRPr>
            </a:pPr>
            <a:r>
              <a:t>INTERVIEW → SCORE → SHORTLIST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Aptos"/>
              </a:defRPr>
            </a:pPr>
            <a:r>
              <a:t>What We Need to Finalize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AI Interview &amp; Skill Score App |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00400" cy="34747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2980944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Which roles first?</a:t>
            </a:r>
            <a:br/>
            <a:r>
              <a:t>How many questions?</a:t>
            </a:r>
            <a:br/>
            <a:r>
              <a:t>Which assessment types?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63040"/>
            <a:ext cx="3200400" cy="34747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727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965960"/>
            <a:ext cx="2980944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Which skills?</a:t>
            </a:r>
            <a:br/>
            <a:r>
              <a:t>What weightage?</a:t>
            </a:r>
            <a:br/>
            <a:r>
              <a:t>How to validate scores?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200400" cy="34747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727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1965960"/>
            <a:ext cx="2980944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Aptos"/>
              </a:defRPr>
            </a:pPr>
            <a:r>
              <a:t>Free limits?</a:t>
            </a:r>
            <a:br/>
            <a:r>
              <a:t>Subscription price?</a:t>
            </a:r>
            <a:br/>
            <a:r>
              <a:t>Pilot customers?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48640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Aptos"/>
              </a:defRPr>
            </a:pPr>
            <a:r>
              <a:t>Next team meeting: finalize these three areas.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0F172A"/>
                </a:solidFill>
                <a:latin typeface="Aptos"/>
              </a:defRPr>
            </a:pPr>
            <a:r>
              <a:t>Final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AI Interview &amp; Skill Score App |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F172A"/>
                </a:solidFill>
                <a:latin typeface="Aptos"/>
              </a:defRPr>
            </a:pPr>
            <a:r>
              <a:t>Make first-round hiring faster and more skill-focused.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200400"/>
            <a:ext cx="201168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33101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INTERVIEW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3200400"/>
            <a:ext cx="201168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33101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200400"/>
            <a:ext cx="201168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19" y="33101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SHORTLIST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86200" y="3886200"/>
            <a:ext cx="6858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20840" y="3886200"/>
            <a:ext cx="6858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28800" y="530352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Aptos"/>
              </a:defRPr>
            </a:pPr>
            <a:r>
              <a:t>Start free → prove value → convert to subscription.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